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High-Value Public Tenders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7033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Smarter Procurement Oversight in Uganda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Josephine Namyalo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  •  August 13,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public tenders are issued every year — but only a fraction are truly high-value or high-risk.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606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teams have limited time and can't manually review every tender in equal depth.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36576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currently no early, data-driven way to flag which incoming tenders deserve closer oversight.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— from a tender's basic details — whether it is likely to be a High-Value tender, so oversight resources go where they matter most.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20,212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645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4340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5087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645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95528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Uganda's Public Procurement and Disposal of Public Assets Authority (PPDA) — real, publicly-issued tender notices, not a pre-packaged Kaggle dataset.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used: buyer entity, procurement method, tender title &amp; description, tender value &amp; currency, publication and bid-opening dates.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C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834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"High-Value Tender" (Yes/No) — engineered per procuring entity, using each buyer's own 75th-percentile tender value as the threshold, so the label reflects what's unusually large for that specific entity.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Model-Ready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0" y="1828800"/>
            <a:ext cx="640080" cy="64008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96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inconsistent column names, standardized text fields, removed a fully-empty column.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3355848" y="2606040"/>
            <a:ext cx="201168" cy="256032"/>
          </a:xfrm>
          <a:prstGeom prst="triangle">
            <a:avLst/>
          </a:prstGeom>
          <a:solidFill>
            <a:srgbClr val="D9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600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49140" y="1828800"/>
            <a:ext cx="640080" cy="64008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491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</a:t>
            </a:r>
            <a:endParaRPr lang="en-US" sz="1960" dirty="0"/>
          </a:p>
        </p:txBody>
      </p:sp>
      <p:sp>
        <p:nvSpPr>
          <p:cNvPr id="14" name="Text 12"/>
          <p:cNvSpPr/>
          <p:nvPr/>
        </p:nvSpPr>
        <p:spPr>
          <a:xfrm>
            <a:off x="356616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017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every tender value into one common currency (UGX) using fixed exchange rates.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190488" y="2606040"/>
            <a:ext cx="201168" cy="256032"/>
          </a:xfrm>
          <a:prstGeom prst="triangle">
            <a:avLst/>
          </a:prstGeom>
          <a:solidFill>
            <a:srgbClr val="D9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600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83780" y="1828800"/>
            <a:ext cx="640080" cy="64008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9" name="Text 17"/>
          <p:cNvSpPr/>
          <p:nvPr/>
        </p:nvSpPr>
        <p:spPr>
          <a:xfrm>
            <a:off x="73837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196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3017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new features: tender duration, publication year/month/quarter, and the per-entity value threshold.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9025128" y="2606040"/>
            <a:ext cx="201168" cy="256032"/>
          </a:xfrm>
          <a:prstGeom prst="triangle">
            <a:avLst/>
          </a:prstGeom>
          <a:solidFill>
            <a:srgbClr val="D9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5440" y="1600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18420" y="1828800"/>
            <a:ext cx="640080" cy="64008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25" name="Text 23"/>
          <p:cNvSpPr/>
          <p:nvPr/>
        </p:nvSpPr>
        <p:spPr>
          <a:xfrm>
            <a:off x="102184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960" dirty="0"/>
          </a:p>
        </p:txBody>
      </p:sp>
      <p:sp>
        <p:nvSpPr>
          <p:cNvPr id="26" name="Text 24"/>
          <p:cNvSpPr/>
          <p:nvPr/>
        </p:nvSpPr>
        <p:spPr>
          <a:xfrm>
            <a:off x="923544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0" y="3017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process runs as one repeatable pipeline from raw CSV to trained model — not manual, one-off cleaning.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automation is what makes the pipeline reproducible — the same steps run identically every time on new tender data.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Tender Value Distribution chart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309360" y="2651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Correlation Heatmap / Procurement Method chart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values are heavily skewed — a small number of very large tenders dominate. Most tenders run under 50 days, but high-value tenders tend to run longer, reflecting more complex procurement. Procurement method (OPEN vs. LIMITED/SELECTIVE/DIRECT) also varies meaningfully with value.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Computer to Spot Patterns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we showed the computer thousands of past tenders and let it learn which combinations of wording, buyer, method, and timing tend to go with “high-value.”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651760"/>
            <a:ext cx="594360" cy="59436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 model — a good starting point for comparison.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24231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2651760"/>
            <a:ext cx="594360" cy="59436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365760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794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— strong at handling mixed data types.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2651760"/>
            <a:ext cx="594360" cy="59436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4922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794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high-performance boosting model, iteratively improving its guesses.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35440" y="24231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41280" y="2651760"/>
            <a:ext cx="594360" cy="59436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20" dirty="0"/>
          </a:p>
        </p:txBody>
      </p:sp>
      <p:sp>
        <p:nvSpPr>
          <p:cNvPr id="24" name="Text 22"/>
          <p:cNvSpPr/>
          <p:nvPr/>
        </p:nvSpPr>
        <p:spPr>
          <a:xfrm>
            <a:off x="932688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0" y="3794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brain-inspired model that learns layered, non-linear patterns.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were trained and compared using the same evaluation metrics, so results are directly comparable.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2103120"/>
        </p:xfrm>
        <a:graphic>
          <a:graphicData uri="http://schemas.openxmlformats.org/drawingml/2006/table">
            <a:tbl>
              <a:tblPr/>
              <a:tblGrid>
                <a:gridCol w="3566160"/>
                <a:gridCol w="1783080"/>
                <a:gridCol w="1783080"/>
                <a:gridCol w="1783080"/>
                <a:gridCol w="17830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(MLP)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7490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Random Forest is the best-balanced performer and is the model deployed in the live app.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simply: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overall correctness. Precision is “when the model says High-Value, how often is it right?” Recall is “of all the actual High-Value tenders, how many did it catch?” Random Forest gives the best balance of catching high-value tenders without too many false alarms.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Live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Screenshot of the live app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7086600" y="15087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
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source code and full pipeline.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086600" y="246888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
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trained model file for fast, reliable download.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7086600" y="342900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
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live, interactive prediction app — no install needed.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1C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0292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 App: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https://ppda-tender-value-status-prediction-app-j54tsnepkszjzdxcf2vura.streamlit.app/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 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tender's title, buyer, method, and dates — get an instant High-Value Tender: Yes/No prediction with a confidence score.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Links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856232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691640" y="167335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VIDEO DEMO LINK HERE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044952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1691640" y="286207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 (Streamlit Cloud)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2461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https://ppda-tender-value-status-prediction-app-j54tsnepkszjzdxcf2vura.streamlit.app/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233672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691640" y="405079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43484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GITHUB REPO LINK HERE 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5422392"/>
            <a:ext cx="502920" cy="50292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1691640" y="523951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on Hugging Face 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56235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huggingface.co/JosephineNamyalo/Tender-Value-Status-Prediction-Model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High-Value Tender Prediction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High-Value Public Tenders  •  Josephine Namyalo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2026-08-13T11:12:17Z</dcterms:created>
  <dcterms:modified xsi:type="dcterms:W3CDTF">2026-08-13T11:12:17Z</dcterms:modified>
</cp:coreProperties>
</file>